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BRIDGETTE LESEDI GAOTLHAELWE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BRIDGETTE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LESEDI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GAOTLHAELWE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IT Support &amp; Administration Professional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Professional Portfolio Presentation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4343400"/>
            <a:ext cx="201168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617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Riverlea, Johannesburg, 2093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gaotlhaelwe@gmail.com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081 533 3115 / 078 196 6493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35240" y="1463040"/>
            <a:ext cx="3108960" cy="3108960"/>
          </a:xfrm>
          <a:prstGeom prst="ellipse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BLG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178040" y="4754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Reliable support.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Organised administration.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Ready to learn.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</a:rPr>
              <a:t>PROFILE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About Bridgette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dependable professional combining ICT training with practical administration experience.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4028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Professional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624328"/>
            <a:ext cx="311810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Administrator and IT-trained support professional with a CCNA networking qualification and more than a year of experience in a fast-paced school administration and learner support environment.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224028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What I Bring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4568" y="2624328"/>
            <a:ext cx="311810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Comfortable with computer hardware, software, systems analysis, record-keeping, and daily administrative support. Known for reliability, clear communication, and adaptability.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224028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Career Direction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47888" y="2624328"/>
            <a:ext cx="311810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Seeking an entry-level IT support, data capturing, or office administration opportunity where dependable technical support and organised service can make a difference.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Skills &amp; Expertise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Technical foundations and people-focused strengths for support environments.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5740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IT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441448"/>
            <a:ext cx="224942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Computer hardware troubleshooting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Computer software troubleshooting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Systems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Programming basics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87452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888" y="205740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Networking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2441448"/>
            <a:ext cx="224942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CCNA networking fundamentals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Network concepts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Systems and connectivity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IT troubleshooting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05740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Administration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2441448"/>
            <a:ext cx="224942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Administrative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Data capturing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Filing and record-keeping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Document maintenance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187452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205740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Soft Skills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45168" y="2441448"/>
            <a:ext cx="224942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Communication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Reliability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Teamwork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Adaptability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Attention to detail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Learner support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</a:rPr>
              <a:t>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Work Experience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Practical experience supporting learners, staff, parents, and school operations.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2011680"/>
            <a:ext cx="0" cy="306324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075688"/>
            <a:ext cx="329184" cy="3291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FEB 2023 — JUL 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3591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Assistant Teacher and Administrator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Department of Education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3246120"/>
            <a:ext cx="8961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Provided day-to-day administrative support, including filing and record-keeping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Assisted teaching staff with classroom supervision and learner support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Acted as a point of contact between staff, parents, and the HOD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Helped keep daily department operations running smoothly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Completed a 17-month fixed-term contract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</a:rPr>
              <a:t>QUALIFICATIONS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Education &amp; Training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progressive ICT learning path supported by practical workplace experience.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2023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National Certificate (Vocational) Level 4 — ICT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South West Gauteng College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2212848"/>
            <a:ext cx="9784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87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2022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48716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CCNA7 (Networking)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487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South West Gauteng College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2871216"/>
            <a:ext cx="9784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45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2021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314553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National Certificate (Vocational) Level 3 — ICT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31455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Hardware &amp; Software · Systems Analysis &amp; Design · Programming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00200" y="3529584"/>
            <a:ext cx="9784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039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2021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80390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Fourth Industrial Revolution short course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38039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Robotics · 3D Printing · Coding · Programming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00200" y="4187952"/>
            <a:ext cx="9784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622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2019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446227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National Certificate (Vocational) Level 2 — ICT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44622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South West Gauteng College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00200" y="4846320"/>
            <a:ext cx="9784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120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2017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51206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Matric (National Senior Certificate)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51206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Riverlea Secondary School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00200" y="5504688"/>
            <a:ext cx="9784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</a:rPr>
              <a:t>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Professional Work Areas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Examples of the capabilities represented in Bridgette’s portfolio website.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9456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School Administration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31181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Filing, record-keeping, learner documentation, and daily department operations during a 17-month fixed-term contract.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219456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Learner &amp; Classroom Support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4568" y="2578608"/>
            <a:ext cx="31181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Classroom assistance, learner-focused support, staff collaboration, and communication with parents and the HOD.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219456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IT Support Foundation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47888" y="2578608"/>
            <a:ext cx="31181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CCNA networking training supported by knowledge of computer hardware, software, systems analysis, and programming basics.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Portfolio Deliverables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polished online presence for internship, IT support, data capturing, and administration opportunities.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9456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Live Website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3118104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Publish the project through Bolt’s Publish button to receive the public portfolio URL.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219456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Source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4568" y="2578608"/>
            <a:ext cx="3118104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Download the project from Bolt or connect it to a GitHub repository for sharing with employers.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219456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Presentation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47888" y="2578608"/>
            <a:ext cx="3118104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This PowerPoint summarises Bridgette’s profile, qualifications, experience, skills, and career direction.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166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5650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Contact: gaotlhaelwe@gmail.com  |  081 533 3115 / 078 196 6493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Bridgette Lesedi Gaotlhaelwe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Bridgette Lesedi Gaotlhaelwe — Professional Portfolio</dc:title>
  <dc:subject>Professional portfolio presentation</dc:subject>
  <dc:creator>Bridgette Lesedi Gaotlhaelwe</dc:creator>
  <cp:lastModifiedBy>Bridgette Lesedi Gaotlhaelwe</cp:lastModifiedBy>
  <cp:revision>1</cp:revision>
  <dcterms:created xsi:type="dcterms:W3CDTF">2026-10-06T10:30:36Z</dcterms:created>
  <dcterms:modified xsi:type="dcterms:W3CDTF">2026-10-06T10:30:36Z</dcterms:modified>
</cp:coreProperties>
</file>